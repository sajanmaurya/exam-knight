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ExamSecure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840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Anti-Cheating Online Exam Platform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Sajan Kumar  |  College Project Presentation  | 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Socket.io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0644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TensorFlow.js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31546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5486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5486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0058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0058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14630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4630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9202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920240"/>
            <a:ext cx="73152" cy="73152"/>
          </a:xfrm>
          <a:prstGeom prst="ellipse">
            <a:avLst/>
          </a:prstGeom>
          <a:solidFill>
            <a:srgbClr val="6366F1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585216"/>
            <a:ext cx="640080" cy="0"/>
          </a:xfrm>
          <a:prstGeom prst="line">
            <a:avLst/>
          </a:prstGeom>
          <a:noFill/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042416"/>
            <a:ext cx="640080" cy="0"/>
          </a:xfrm>
          <a:prstGeom prst="line">
            <a:avLst/>
          </a:prstGeom>
          <a:noFill/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499616"/>
            <a:ext cx="640080" cy="0"/>
          </a:xfrm>
          <a:prstGeom prst="line">
            <a:avLst/>
          </a:prstGeom>
          <a:noFill/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1956816"/>
            <a:ext cx="640080" cy="0"/>
          </a:xfrm>
          <a:prstGeom prst="line">
            <a:avLst/>
          </a:prstGeom>
          <a:noFill/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github.com/sajanmaurya/anti-cheat-exam-platform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Online Exams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"/>
            <a:ext cx="54864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321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68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 Switching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170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Students switch tabs to search answers on Google mid-exam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321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18488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184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Copy-Pasting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Answers copied from notes, PDFs, or other websites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68296"/>
            <a:ext cx="8321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68296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682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2414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 People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670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Friend or family member physically present to assist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8321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18104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181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DevTools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3419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Browser developer tools used to inspect answers or manipulate DOM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67912"/>
            <a:ext cx="8321040" cy="640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67912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679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5568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Supervision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4169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Teacher has zero visibility into what students are doing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321040" cy="292608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❌  "Traditional online exams have zero enforcement"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ExamSecure — Our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"/>
            <a:ext cx="54864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69748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974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856232"/>
            <a:ext cx="2057400" cy="237744"/>
          </a:xfrm>
          <a:prstGeom prst="roundRect">
            <a:avLst>
              <a:gd name="adj" fmla="val 19231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562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Face Detection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5856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2037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BlazeFace TensorFlow.js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71576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Detects 0 or multiple faces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17296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Every 3 seconds via webcam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73152" cy="7315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Camera denial is logged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868680"/>
            <a:ext cx="269748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868680"/>
            <a:ext cx="26974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72968" y="1527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Proctoring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93008" y="1856232"/>
            <a:ext cx="2057400" cy="237744"/>
          </a:xfrm>
          <a:prstGeom prst="roundRect">
            <a:avLst>
              <a:gd name="adj" fmla="val 19231"/>
            </a:avLst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18562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WebSocket Alerts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2258568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22037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Socket.io live connection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55848" y="2715768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Teacher sees violations instantly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55848" y="3172968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Student join/leave tracking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55848" y="3630168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Live proctoring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25896" y="868680"/>
            <a:ext cx="269748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25896" y="868680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5896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025896" y="15270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Browser Enforcement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45936" y="1856232"/>
            <a:ext cx="2057400" cy="237744"/>
          </a:xfrm>
          <a:prstGeom prst="roundRect">
            <a:avLst>
              <a:gd name="adj" fmla="val 19231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8562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8 Anti-Cheat Layers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08776" y="22585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037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Fullscreen enforcement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08776" y="27157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660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Tab-switch detection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08776" y="31729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Copy/paste blocked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363016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5753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DevTools blocked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Multi-layered security that makes cheating extremely difficult to go undetected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"/>
            <a:ext cx="54864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User Roles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Admin · Teacher · Student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82296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822960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41448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Anti-Cheat Layers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41448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Browser-level enforcement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82296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82296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08576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Face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TensorFlow.js BlazeFace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75704" y="82296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822960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932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75704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Proctoring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WebSocket real-time alerts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8892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74320" y="3429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Execution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languages via Piston 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41448" y="278892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41448" y="278892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41448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441448" y="3429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 Scheduling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41448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node-cron every minute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08576" y="278892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278892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08576" y="3429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Notifications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08576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nodemailer welcome &amp; results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75704" y="2788920"/>
            <a:ext cx="201168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75704" y="2788920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75704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775704" y="3429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Bulk CSV Import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75704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Users &amp; questions at scale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"/>
            <a:ext cx="54864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834640" cy="3200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18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UI library — component-based, virtual DOM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8836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Router v6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Client-side routing &amp; protected routes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78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Axios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HTTP client with JWT interceptor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2724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Socket.io-client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WebSocket real-time connection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7490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TensorFlow.js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ML model inference in browser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Chart.js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Dashboard analytics &amp; charts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822960"/>
            <a:ext cx="2834640" cy="32004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12618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Node.js + Express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3872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REST API server, middleware pipeline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18836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3872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Relational DB — ACID, JSONB, UUID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83280" y="25054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478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Sequelize ORM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538728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Models, associations &amp; queries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83280" y="312724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Socket.io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38728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WebSocket server with JWT auth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83280" y="37490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node-cron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5387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Exam lifecycle scheduler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83280" y="437083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nodemailer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53872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Email service with SMTP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822960"/>
            <a:ext cx="2834640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822960"/>
            <a:ext cx="2834640" cy="3200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126187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1052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Containerised server &amp; client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55080" y="188366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1856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Nginx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1052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Serves React build in production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55080" y="250545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2478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Neon (Postgres)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510528" y="2706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Serverless cloud database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55080" y="312724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Piston API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10528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Sandboxed code execution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55080" y="37490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0528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bcryptjs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5105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Password hashing (12 rounds)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55080" y="437083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10528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Helmet + Rate Limit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510528" y="4572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HTTP security headers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713232"/>
            <a:ext cx="457200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713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🌐  BROWSER  (React 18 SPA)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005840"/>
            <a:ext cx="4572000" cy="0"/>
          </a:xfrm>
          <a:prstGeom prst="line">
            <a:avLst/>
          </a:prstGeom>
          <a:noFill/>
          <a:ln w="63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24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AuthContext  ·  SocketContext  ·  useAntiCheat  ·  FaceDetection  ·  CodeRunner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673352"/>
            <a:ext cx="0" cy="59436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REST 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0" y="1673352"/>
            <a:ext cx="0" cy="59436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</a:rPr>
              <a:t>WebSocket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2267712"/>
            <a:ext cx="640080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2677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⚙️  NODE.JS + EXPRESS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560320"/>
            <a:ext cx="6400800" cy="0"/>
          </a:xfrm>
          <a:prstGeom prst="line">
            <a:avLst/>
          </a:prstGeom>
          <a:noFill/>
          <a:ln w="635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263347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6334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REST Routes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63347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6334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Socket.io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3347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334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node-cron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63347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06B6D4">
              <a:alpha val="2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6334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Sequelize 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456432"/>
            <a:ext cx="0" cy="5029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3959352"/>
            <a:ext cx="40233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9593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🗄️  PostgreSQL  (Neon Serverless)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2267712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2677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🔧 Piston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97316"/>
                </a:solidFill>
              </a:rPr>
              <a:t>(Code Execution)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292608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📧 SMTP 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(Emails)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40880" y="2542032"/>
            <a:ext cx="-18288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3200400"/>
            <a:ext cx="-18288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7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3152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237744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name, 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password (bcrypt)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role (ENUM)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isActive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73152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17520" y="731520"/>
            <a:ext cx="23774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731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title, duration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startTime, endTime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status (ENUM)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createdBy (FK)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73152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731520"/>
            <a:ext cx="23774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731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0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examId (FK)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type (ENUM)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marks, order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testCases (JSONB)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49440" y="292608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2926080"/>
            <a:ext cx="23774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4088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questionId (FK)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text, isCorrect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4088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order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17520" y="292608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017520" y="2926080"/>
            <a:ext cx="23774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Submissions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0896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examId, studentId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0896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startedAt, submittedAt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10896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totalScore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0896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suspiciousActivity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292608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2926080"/>
            <a:ext cx="2377440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submissionId (FK)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questionId (FK)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textAnswer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576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marksAwarded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03520" y="2926080"/>
            <a:ext cx="2377440" cy="1755648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03520" y="2926080"/>
            <a:ext cx="23774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ProctoringLogs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949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 (UUID)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9496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submissionId (FK)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39496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eventType (ENUM)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39496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details (JSONB)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9496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timestamp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463040" y="1188720"/>
            <a:ext cx="155448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94960" y="1188720"/>
            <a:ext cx="4572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40880" y="2487168"/>
            <a:ext cx="0" cy="438912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2487168"/>
            <a:ext cx="0" cy="43891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17520" y="3803904"/>
            <a:ext cx="-36576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94960" y="3803904"/>
            <a:ext cx="-9144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0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creates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303520" y="960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has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583680" y="2670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has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840480" y="2633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has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56032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has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75488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has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1879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👨‍🎓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37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Take available exams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View own results &amp; scores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Run code (coding questions)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Monitored by anti-cheat system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21608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Real-time webcam monitoring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777240"/>
            <a:ext cx="2743200" cy="41879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777240"/>
            <a:ext cx="27432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👨‍🏫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3611880" y="144475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TEACHER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18928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1837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All Student permissions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3500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Create &amp; manage exams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28072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Add / edit questions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32644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Publish &amp; schedule exams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37216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Monitor students live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29000" y="41788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4123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Grade subjective answers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29000" y="46360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4581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Bulk import questions (CSV)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777240"/>
            <a:ext cx="2743200" cy="41879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777240"/>
            <a:ext cx="27432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👨‍💼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6583680" y="144475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18928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1837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All Teacher permissions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23500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Manage all users &amp; roles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0" y="28072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2752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Activate / deactivate accounts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00800" y="32644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View all proctoring logs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0" y="37216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Bulk import users (CSV)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00800" y="417880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4123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Access full dashboard stats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90779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87044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8-Layer Anti-Cheat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329184" cy="17830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859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Fullscreen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1225296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298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Auto-requests &amp; re-enters on exit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749808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749808"/>
            <a:ext cx="329184" cy="178308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749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12527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859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Switch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1225296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298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Warnings at 3 &amp; 5 switches, then flag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6864" y="749808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749808"/>
            <a:ext cx="329184" cy="178308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749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12527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10912" y="859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Copy/Paste Block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10912" y="1225296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298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clipboard operations blocked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03136" y="749808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749808"/>
            <a:ext cx="329184" cy="178308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74980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3136" y="12527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87184" y="859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Right-Click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87184" y="1225296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87184" y="12984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Context menu completely disabled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743200"/>
            <a:ext cx="329184" cy="178308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43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32461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DevTools Block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" y="3218688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F12, Ctrl+Shift+I/J/C blocked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50592" y="274320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50592" y="2743200"/>
            <a:ext cx="329184" cy="178308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2743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50592" y="32461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834640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Resize Detection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834640" y="3218688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Catches side-by-side window tricks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26864" y="274320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26864" y="2743200"/>
            <a:ext cx="329184" cy="178308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26864" y="2743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26864" y="32461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😴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010912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Inactivity Alert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10912" y="3218688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10912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2-minute timeout triggers warning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03136" y="2743200"/>
            <a:ext cx="201168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03136" y="2743200"/>
            <a:ext cx="329184" cy="178308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27432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03136" y="32461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✋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187184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Text Selection CSS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187184" y="3218688"/>
            <a:ext cx="150876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7184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Cannot drag-select text on page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Face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TF.js Ready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TensorFlow.js initialises WebGL backend in browser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72768" y="1847088"/>
            <a:ext cx="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9928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09928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Loaded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09928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BlazeFace model auto-downloads from tfhub CDN (~1.2MB)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08376" y="1847088"/>
            <a:ext cx="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5536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45536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145536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Webcam Active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45536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getUserMedia captures 320x240 video stream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43984" y="1847088"/>
            <a:ext cx="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81144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81144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 Every 3s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81144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estimateFaces() processes each frame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79592" y="1847088"/>
            <a:ext cx="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6752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3096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16752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016752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 Faces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16752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Returns array of bounding boxes per frame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0" y="1847088"/>
            <a:ext cx="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777240"/>
            <a:ext cx="1298448" cy="2148840"/>
          </a:xfrm>
          <a:prstGeom prst="rect">
            <a:avLst/>
          </a:prstGeom>
          <a:solidFill>
            <a:srgbClr val="1E293B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18704" y="850392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18704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52360" y="125272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452360" y="16916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 &amp; Alert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52360" y="20116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 faces → face_not_detected  |  2+ faces → multiple_faces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72768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008376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443984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879592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55F7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4320" y="3154680"/>
            <a:ext cx="26974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3154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1 Face ✅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" y="3493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Normal — no action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27248" y="3154680"/>
            <a:ext cx="26974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7248" y="3154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0 Faces ❌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127248" y="3493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Logs face_not_detected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80176" y="3154680"/>
            <a:ext cx="26974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80176" y="3154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2+ Faces ⚠️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980176" y="3493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Logs multiple_faces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041648"/>
            <a:ext cx="8595360" cy="777240"/>
          </a:xfrm>
          <a:prstGeom prst="rect">
            <a:avLst/>
          </a:prstGeom>
          <a:solidFill>
            <a:srgbClr val="1A10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4164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🔒  Runs 100% in the browser — no video is ever sent to the server  |  Privacy preserved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Teacher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320040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49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👨‍🎓  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188720"/>
            <a:ext cx="2871216" cy="566928"/>
          </a:xfrm>
          <a:prstGeom prst="rect">
            <a:avLst/>
          </a:prstGeom>
          <a:solidFill>
            <a:srgbClr val="EF4444">
              <a:alpha val="1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Switches tab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874520"/>
            <a:ext cx="2871216" cy="566928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745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Attempts copy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560320"/>
            <a:ext cx="2871216" cy="566928"/>
          </a:xfrm>
          <a:prstGeom prst="rect">
            <a:avLst/>
          </a:prstGeom>
          <a:solidFill>
            <a:srgbClr val="A855F7">
              <a:alpha val="1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03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2nd face detected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246120"/>
            <a:ext cx="2871216" cy="566928"/>
          </a:xfrm>
          <a:prstGeom prst="rect">
            <a:avLst/>
          </a:prstGeom>
          <a:solidFill>
            <a:srgbClr val="FBBF24">
              <a:alpha val="1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246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Exits fullscreen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395728"/>
            <a:ext cx="21945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31920" y="2395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WebSocket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6200" y="2633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Socket.io Room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77640" y="2834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exam:{id}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749808"/>
            <a:ext cx="320040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749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👨‍🏫  TEACHER MONITOR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33872" y="1188720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🔴  Live violation alerts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33872" y="190195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 Students online 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33872" y="2615184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📊  Suspicious activity flags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3328416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⚠️  Tab switch counter per student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0F1F30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Socket Events: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37360" y="431596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join_exam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163824" y="431596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heartbeat (30s)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90288" y="431596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proctoring_alert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16752" y="431596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student_joined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43216" y="431596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43216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student_left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Execution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1572768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1572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Student Writes 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Monaco-style textarea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Language selector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47088" y="155448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84248" y="749808"/>
            <a:ext cx="1572768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84248" y="749808"/>
            <a:ext cx="1572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8412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84248" y="1344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Clicks Run Code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84248" y="18288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POST /submissions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/:id/run-code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57016" y="155448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94176" y="749808"/>
            <a:ext cx="1572768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94176" y="749808"/>
            <a:ext cx="1572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8412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94176" y="1344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 → Piston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94176" y="18288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Sandboxed container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5s timeout limit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66944" y="155448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04104" y="749808"/>
            <a:ext cx="1572768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04104" y="749808"/>
            <a:ext cx="1572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104" y="8412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04104" y="1344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 Returned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04104" y="18288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stdout, stderr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exit code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76872" y="155448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14032" y="749808"/>
            <a:ext cx="1572768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14032" y="749808"/>
            <a:ext cx="15727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8412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14032" y="1344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Cases Run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14032" y="18288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Expected vs Actual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Pass/Fail per case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Supported Languages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Python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37160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JavaScript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46888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Java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56616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C++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6344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76072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5800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Rust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955280" y="327355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327355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Ruby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4320" y="3767328"/>
            <a:ext cx="8595360" cy="1143000"/>
          </a:xfrm>
          <a:prstGeom prst="rect">
            <a:avLst/>
          </a:prstGeom>
          <a:solidFill>
            <a:srgbClr val="061A1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3767328"/>
            <a:ext cx="64008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🔒  Security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Code runs in Piston's isolated Docker containers — </a:t>
            </a:r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never on our server.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 CPU time limit: 5s. Memory limit enforced. No network access inside sandbox.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Exam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94A3B8">
              <a:alpha val="8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DRAFT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06B6D4">
              <a:alpha val="8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PUBLISHED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22C55E">
              <a:alpha val="8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ACTIVE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6366F1">
              <a:alpha val="8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COMPLETED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1691640"/>
            <a:ext cx="2011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2161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Teacher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Publishes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2011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2161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cron: startTime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reached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2011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161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cron: endTime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reached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0" cy="59436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606040"/>
            <a:ext cx="-2743200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</a:rPr>
              <a:t>Student Submits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77440" y="260604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BBF24">
              <a:alpha val="8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SUBMITTED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97316">
              <a:alpha val="8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606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GRADED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2898648"/>
            <a:ext cx="20116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2633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Teacher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Grades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49440" y="2267712"/>
            <a:ext cx="1920240" cy="960120"/>
          </a:xfrm>
          <a:prstGeom prst="rect">
            <a:avLst/>
          </a:prstGeom>
          <a:solidFill>
            <a:srgbClr val="0A1A10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⏰  Auto-Submit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cron detects end 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→ auto-submits 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in-progress submissions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8595360" cy="9875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478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🕐  node-cron schedule: * * * * *  (every minute)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87705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Checks: published exams with startTime ≤ now  →  ACTIVE  |  active exams with endTime ≤ now  →  COMPLETED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20+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1691640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16916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/api/auth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13385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338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755648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55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/profile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2999232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/profile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48840" y="749808"/>
            <a:ext cx="1691640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48840" y="749808"/>
            <a:ext cx="16916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/api/exams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21992" y="113385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11338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/all  GET /my-exams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21992" y="1755648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1755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  PUT /:id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21992" y="2377440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/:id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21992" y="2999232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/:id/publish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21992" y="3621024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62102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/:id/submissions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21992" y="424281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42428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/:id/questions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749808"/>
            <a:ext cx="1691640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023360" y="749808"/>
            <a:ext cx="16916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/api/submissions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096512" y="113385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11338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/start/:examId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96512" y="1755648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1755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/:id/answer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96512" y="2377440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/:id/submit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96512" y="2999232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/:id/run-code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96512" y="3621024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62102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/:id/proctor-log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96512" y="424281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42428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/my-submissions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97880" y="749808"/>
            <a:ext cx="1691640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97880" y="749808"/>
            <a:ext cx="169164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9788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/api/admin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71032" y="113385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11338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/dashboard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71032" y="1755648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1755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/users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71032" y="2377440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PUT/DELETE /users/:id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71032" y="2999232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/proctoring-logs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589520" y="749808"/>
            <a:ext cx="1691640" cy="4206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589520" y="749808"/>
            <a:ext cx="16916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/api/import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662672" y="1133856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11338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662672" y="1755648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17556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/questions/:id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662672" y="2377440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80960" y="23774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/template/users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662672" y="2999232"/>
            <a:ext cx="1545336" cy="548640"/>
          </a:xfrm>
          <a:prstGeom prst="rect">
            <a:avLst/>
          </a:prstGeom>
          <a:solidFill>
            <a:srgbClr val="0F172A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2999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/template/questions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4338C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🔐  JWT Bearer Token required on all protected routes  |  Role checked via authorize() middleware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Stateless auth, 24hr expiry, signed with HS256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450592" y="74980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49808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41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bcrypt Hashing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7099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12 salt rounds, ~250ms per hash (brute-force resistant)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26864" y="74980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749808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841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Helmet Headers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7099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11 HTTP security headers: CSP, X-Frame, HSTS...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03136" y="74980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749808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841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Rate Limiting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17099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200/15min general  |  20/15min on auth routes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" y="276148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61488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74320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CORS Whitelist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7216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Only CLIENT_URL origin allowed (not *)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450592" y="276148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0592" y="2761488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👮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450592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RBAC Middleware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42032" y="37216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Role checked on every route — 403 if unauthorized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626864" y="276148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2761488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626864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Validation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8304" y="37216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express-validator on all auth inputs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803136" y="2761488"/>
            <a:ext cx="201168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2761488"/>
            <a:ext cx="20116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🙈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03136" y="3355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 Sanitization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4576" y="372160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Correct answers stripped before sending to student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with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1828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3B82F6">
              <a:alpha val="3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port 5432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Persistent data volume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pgdata mounted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27432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886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Node.js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9080" y="1828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22C55E">
              <a:alpha val="3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port 5000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Waits for DB healthy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API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74320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7772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886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+ Nginx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18288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port 80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2194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Multi-stage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Proxies /api/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859536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20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docker-compose up --build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8046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Environment Variables: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34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Neon connection string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06040" y="4334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4526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Signing key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4334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CLIENT_URL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4526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CORS whitelist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03720" y="4334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SMTP_*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03720" y="4526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Email config (optional)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1965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777240"/>
            <a:ext cx="1965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60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Lines of 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77724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777240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60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Database Models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77724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777240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9601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API Endpoints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8036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632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41148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Anti-Cheat Layers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88036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88036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0632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256032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Languages Supported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88036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880360"/>
            <a:ext cx="1965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0632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470916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Proctoring Event Types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2880360"/>
            <a:ext cx="196596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880360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632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685800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User Roles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What We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4206240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143000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TF.js Model Loading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BlazeFace downloads at runtime from external CDN — had to handle loading states and CORS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7472" y="1801368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Socket.io Room Isolation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Ensuring each exam's proctoring events only go to that exam's teachers, not all teachers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7472" y="2459736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9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Anti-Cheat vs UX Balance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Blocking shortcuts/selection must not break typing in answer textarea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47472" y="3118104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Sequelize sync() Bug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ALTER TABLE REFERENCES syntax error with alter:true — fixed by using plain sync()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47472" y="3776472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76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Sandbox Security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Needed sandboxed execution — chose Piston API to avoid running untrusted code locally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663440" y="749808"/>
            <a:ext cx="4206240" cy="4160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🎓  Learnings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114300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WebSocket Architecture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Room-based isolation with Socket.io for scalable real-time multi-user events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736592" y="1801368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 Security APIs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visibilitychange, fullscreenchange, contextmenu — powerful native browser hooks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736592" y="2459736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59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in the Browser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TensorFlow.js + WebGL backend enables real neural network inference client-side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36592" y="3118104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Full-Stack System Design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Auth flows, RBAC, ORM associations, rate limiting — production-ready patterns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736592" y="3776472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76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Orchestration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Multi-stage builds, health checks, depends_on — professional deployment setup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"/>
            <a:ext cx="54864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Video Recording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Record webcam session to S3, teacher replays alongside proctoring log timeline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77724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77724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82112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AI-Powered Proctoring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Eye-gaze estimation, emotion detection, speaker recognition using advanced ML models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777240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77724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9904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Plagiarism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73736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TF-IDF cosine similarity to compare subjective answers across all students in exam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62072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62072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74320" y="3438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 distribution, question difficulty heatmap, time-per-question analytics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82112" y="2862072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862072"/>
            <a:ext cx="27432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182112" y="3438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Redis + Scaling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socket.io-adapter-redis for horizontal scaling across multiple Node.js instances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862072"/>
            <a:ext cx="274320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862072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089904" y="3438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3822192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 Native app with same anti-cheat features adapted for mobile exam-taking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You!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4572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ExamSecure provides a complete, production-ready solution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secure, AI-monitored online examinations.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029200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github.com/sajanmaurya/anti-cheat-exam-platform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Socket.io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TensorFlow.js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86600" y="32918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291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❓  Questions?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874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Sajan Kumar  |  Anti-Cheating Exam Platform  |  College Project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ExamSecure — Anti-Cheating Online Exam Platform</dc:title>
  <dc:subject>PptxGenJS Presentation</dc:subject>
  <dc:creator>Sajan Kumar</dc:creator>
  <cp:lastModifiedBy>Sajan Kumar</cp:lastModifiedBy>
  <cp:revision>1</cp:revision>
  <dcterms:created xsi:type="dcterms:W3CDTF">2026-04-29T21:36:16Z</dcterms:created>
  <dcterms:modified xsi:type="dcterms:W3CDTF">2026-04-29T21:36:16Z</dcterms:modified>
</cp:coreProperties>
</file>